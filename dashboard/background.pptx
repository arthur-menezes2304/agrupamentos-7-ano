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8"/>
    <a:srgbClr val="F4F4F4"/>
    <a:srgbClr val="F0F0F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7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B2FCAA-EBD1-F2FB-2FD7-6A166C476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A27F4C5-DBE2-071E-A331-3BA58D5544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21E2AF-D8C5-ABC4-F6A5-C9A9C38DD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DC00-1691-4F82-BE19-190FCB148AFF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0A2A60-B25F-DC2D-E929-A3C1BEFE1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388F54-28D9-9846-E10E-734106DAB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5B61-3CFC-4634-B65D-DE4CBF9FB4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5017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DB9612-A816-CAB7-C790-9009FFC32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90DB5D-6A1C-D1DB-210E-D242A6713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2F0F37-467C-8718-6C4E-0EED1A004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DC00-1691-4F82-BE19-190FCB148AFF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D5CB9E-9BFF-5195-8E01-4DB7C3F0B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6EB9E1-6D8C-E4A5-2994-A7FCF8DC9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5B61-3CFC-4634-B65D-DE4CBF9FB4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4768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C1775E-69CF-07A8-C69F-FDBD07C8F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B3926D2-05EA-A5D1-6507-6CCEBB95A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5A8C55-3E33-C6BA-516D-4DCF2B562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DC00-1691-4F82-BE19-190FCB148AFF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E72C0F-A1C0-8405-7E24-DE076CDA0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332F11-4EF3-2B89-032A-54E4D504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5B61-3CFC-4634-B65D-DE4CBF9FB4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2990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732506-DFE1-72E4-5C68-75A3F5691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CF3645-313A-267E-5B62-289BF15A3A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532BC67-4AFA-FBEE-D0F9-A7FF3823F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A33F402-5E77-BD87-69DB-1F9C638B0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DC00-1691-4F82-BE19-190FCB148AFF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BD3611-EDC7-4E01-5EDD-02EF79EAA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1D673BB-8FAB-401C-A72D-3B939F855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5B61-3CFC-4634-B65D-DE4CBF9FB4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7699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FDDC76-D361-8DC4-CB7D-470F46269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0DDEB62-6580-8EF4-02F7-312C05EE8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E992138-DBB6-F4DB-5E77-CE5F584C6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96D8C03-3DE8-3BDF-DDC7-FBF0F0DEC3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A90F61D-EA46-7D55-C3B2-3D3BCF0BA1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5E4E7CE-BFD6-DE61-F989-E3E63DC18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DC00-1691-4F82-BE19-190FCB148AFF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23EAD26-F581-0210-36DE-FAFFD6DE9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55BF286-BCAC-E3D2-5B06-FE3E66473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5B61-3CFC-4634-B65D-DE4CBF9FB4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0958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8DADE9-E3C8-40B7-1E1B-BDC369826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55C6DC3-959D-487A-C3CE-8D3677714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DC00-1691-4F82-BE19-190FCB148AFF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2153FF8-3E79-5483-BFA6-61B7A047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BA70588-6318-250B-85F3-0E4774ECC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5B61-3CFC-4634-B65D-DE4CBF9FB4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447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0725BF2-21AC-DD18-77AF-EEDE68C49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DC00-1691-4F82-BE19-190FCB148AFF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B186CE6-8686-5311-16B3-373105109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59BDB3E-51F3-0876-935F-DD0E9998C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5B61-3CFC-4634-B65D-DE4CBF9FB4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369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2A471D-0220-0E03-B7CC-153BE9737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F8AA1C-B7B3-8647-E158-BCE7320BD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E1CB80E-36A2-C2AC-918F-B831EA02A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A460B3E-3BE2-05D6-4BD3-EBA13F14D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DC00-1691-4F82-BE19-190FCB148AFF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AA476B9-6EE7-B37D-AC96-FCCF62192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094498F-4DC7-938A-C548-297C4DB2B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5B61-3CFC-4634-B65D-DE4CBF9FB4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24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5EF79E-F8DD-B578-A557-E9FF65B7A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098030B-8E85-CE46-0063-6C216682D7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D27AC15-F033-DA8C-AE4C-3B4C861432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5BE38FA-ACA0-B96F-888D-BA245CA2E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DC00-1691-4F82-BE19-190FCB148AFF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AB377A0-77C9-26E8-1E9E-1839E15CA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4033D4D-2B66-DC9F-A463-591872498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5B61-3CFC-4634-B65D-DE4CBF9FB4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2394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FB4DA-C8FE-9DE2-E481-FB16FA172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BDC0065-2A71-D8BE-3266-4D3AF7968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E289FA-A694-3336-B7E7-B54D207B1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DC00-1691-4F82-BE19-190FCB148AFF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D380F6-04D0-477F-99B2-8F9459CA7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9FD215-0E71-C85D-0957-D2119E2CE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5B61-3CFC-4634-B65D-DE4CBF9FB4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9406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5403018-5B81-E7DD-8C77-2919B6CBA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FAF5441-3172-1F41-8492-190B1E15BF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A1E676-E49C-CCF7-FBE8-0CC1C64E4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DC00-1691-4F82-BE19-190FCB148AFF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E611DE-FD0A-8D1C-C118-D96878D34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FB1188-ACCF-37ED-CA6F-3C98A5698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5B61-3CFC-4634-B65D-DE4CBF9FB4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706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EA7A5A8-3699-F7DC-3CB5-DC9C37753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09F9BC-8F71-B195-74F7-1F29734C0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4F2092-DFAF-2580-71E7-BE02EF905A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0CDC00-1691-4F82-BE19-190FCB148AFF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38C876-F802-F170-31E0-6EDE57EEBF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AB1335-3110-E752-1EEA-6B4842EA7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875B61-3CFC-4634-B65D-DE4CBF9FB4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5565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4264CBB-286E-20AA-763B-85105DDA8833}"/>
              </a:ext>
            </a:extLst>
          </p:cNvPr>
          <p:cNvSpPr/>
          <p:nvPr/>
        </p:nvSpPr>
        <p:spPr>
          <a:xfrm>
            <a:off x="117446" y="92279"/>
            <a:ext cx="11954312" cy="6610525"/>
          </a:xfrm>
          <a:prstGeom prst="roundRect">
            <a:avLst>
              <a:gd name="adj" fmla="val 1819"/>
            </a:avLst>
          </a:prstGeom>
          <a:solidFill>
            <a:srgbClr val="F4F4F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97CB3811-4955-1A07-15A4-C3F36D4D0C27}"/>
              </a:ext>
            </a:extLst>
          </p:cNvPr>
          <p:cNvSpPr/>
          <p:nvPr/>
        </p:nvSpPr>
        <p:spPr>
          <a:xfrm>
            <a:off x="202084" y="799288"/>
            <a:ext cx="5821643" cy="4455949"/>
          </a:xfrm>
          <a:prstGeom prst="roundRect">
            <a:avLst>
              <a:gd name="adj" fmla="val 3128"/>
            </a:avLst>
          </a:prstGeom>
          <a:solidFill>
            <a:srgbClr val="F8F8F8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120AD7F7-554F-F365-9B54-3D3D7FC8DC34}"/>
              </a:ext>
            </a:extLst>
          </p:cNvPr>
          <p:cNvSpPr/>
          <p:nvPr/>
        </p:nvSpPr>
        <p:spPr>
          <a:xfrm>
            <a:off x="6165477" y="799288"/>
            <a:ext cx="5797137" cy="5714633"/>
          </a:xfrm>
          <a:prstGeom prst="roundRect">
            <a:avLst>
              <a:gd name="adj" fmla="val 3128"/>
            </a:avLst>
          </a:prstGeom>
          <a:solidFill>
            <a:srgbClr val="F8F8F8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5821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8567B-F77A-3BA8-0070-E619EA5B7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22551126-C112-B2D3-8526-FBCB82A1F7EF}"/>
              </a:ext>
            </a:extLst>
          </p:cNvPr>
          <p:cNvSpPr/>
          <p:nvPr/>
        </p:nvSpPr>
        <p:spPr>
          <a:xfrm>
            <a:off x="117446" y="92279"/>
            <a:ext cx="11954312" cy="6610525"/>
          </a:xfrm>
          <a:prstGeom prst="roundRect">
            <a:avLst>
              <a:gd name="adj" fmla="val 1819"/>
            </a:avLst>
          </a:prstGeom>
          <a:solidFill>
            <a:srgbClr val="F4F4F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971D367-85FD-C0B8-80F9-E60061BE1933}"/>
              </a:ext>
            </a:extLst>
          </p:cNvPr>
          <p:cNvSpPr/>
          <p:nvPr/>
        </p:nvSpPr>
        <p:spPr>
          <a:xfrm>
            <a:off x="247648" y="238125"/>
            <a:ext cx="9344027" cy="3596254"/>
          </a:xfrm>
          <a:prstGeom prst="roundRect">
            <a:avLst>
              <a:gd name="adj" fmla="val 3128"/>
            </a:avLst>
          </a:prstGeom>
          <a:solidFill>
            <a:srgbClr val="F8F8F8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CD0A44C-5022-AE6D-680F-1FA35F469008}"/>
              </a:ext>
            </a:extLst>
          </p:cNvPr>
          <p:cNvSpPr/>
          <p:nvPr/>
        </p:nvSpPr>
        <p:spPr>
          <a:xfrm>
            <a:off x="247649" y="3949904"/>
            <a:ext cx="6086475" cy="2669971"/>
          </a:xfrm>
          <a:prstGeom prst="roundRect">
            <a:avLst>
              <a:gd name="adj" fmla="val 3128"/>
            </a:avLst>
          </a:prstGeom>
          <a:solidFill>
            <a:srgbClr val="F8F8F8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7EDB5FA-06A5-6A4A-978F-C3F7ED4AAD34}"/>
              </a:ext>
            </a:extLst>
          </p:cNvPr>
          <p:cNvSpPr/>
          <p:nvPr/>
        </p:nvSpPr>
        <p:spPr>
          <a:xfrm>
            <a:off x="6451571" y="3949904"/>
            <a:ext cx="5492779" cy="2669971"/>
          </a:xfrm>
          <a:prstGeom prst="roundRect">
            <a:avLst>
              <a:gd name="adj" fmla="val 3128"/>
            </a:avLst>
          </a:prstGeom>
          <a:solidFill>
            <a:srgbClr val="F8F8F8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6656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CD7C5-8B10-8C04-FC5A-64135689D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CEC984-EF94-9D9C-D911-AA36745A72BB}"/>
              </a:ext>
            </a:extLst>
          </p:cNvPr>
          <p:cNvSpPr/>
          <p:nvPr/>
        </p:nvSpPr>
        <p:spPr>
          <a:xfrm>
            <a:off x="117446" y="92279"/>
            <a:ext cx="11954312" cy="6610525"/>
          </a:xfrm>
          <a:prstGeom prst="roundRect">
            <a:avLst>
              <a:gd name="adj" fmla="val 1819"/>
            </a:avLst>
          </a:prstGeom>
          <a:solidFill>
            <a:srgbClr val="F4F4F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D7EAF69-DE38-475B-05EE-2B7158D911F0}"/>
              </a:ext>
            </a:extLst>
          </p:cNvPr>
          <p:cNvSpPr/>
          <p:nvPr/>
        </p:nvSpPr>
        <p:spPr>
          <a:xfrm>
            <a:off x="247648" y="238125"/>
            <a:ext cx="10201277" cy="3596254"/>
          </a:xfrm>
          <a:prstGeom prst="roundRect">
            <a:avLst>
              <a:gd name="adj" fmla="val 3128"/>
            </a:avLst>
          </a:prstGeom>
          <a:solidFill>
            <a:srgbClr val="F8F8F8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2778319-1F16-83B7-F964-FF7E8F20B968}"/>
              </a:ext>
            </a:extLst>
          </p:cNvPr>
          <p:cNvSpPr/>
          <p:nvPr/>
        </p:nvSpPr>
        <p:spPr>
          <a:xfrm>
            <a:off x="247649" y="3949904"/>
            <a:ext cx="6086475" cy="2669971"/>
          </a:xfrm>
          <a:prstGeom prst="roundRect">
            <a:avLst>
              <a:gd name="adj" fmla="val 3128"/>
            </a:avLst>
          </a:prstGeom>
          <a:solidFill>
            <a:srgbClr val="F8F8F8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8D1AB343-B555-3C28-50AD-6E6FAFA9D392}"/>
              </a:ext>
            </a:extLst>
          </p:cNvPr>
          <p:cNvSpPr/>
          <p:nvPr/>
        </p:nvSpPr>
        <p:spPr>
          <a:xfrm>
            <a:off x="6451571" y="3949904"/>
            <a:ext cx="5492779" cy="2669971"/>
          </a:xfrm>
          <a:prstGeom prst="roundRect">
            <a:avLst>
              <a:gd name="adj" fmla="val 3128"/>
            </a:avLst>
          </a:prstGeom>
          <a:solidFill>
            <a:srgbClr val="F8F8F8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063843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 Santos</dc:creator>
  <cp:lastModifiedBy>Ana Santos</cp:lastModifiedBy>
  <cp:revision>4</cp:revision>
  <dcterms:created xsi:type="dcterms:W3CDTF">2025-08-28T11:39:25Z</dcterms:created>
  <dcterms:modified xsi:type="dcterms:W3CDTF">2025-11-07T11:07:44Z</dcterms:modified>
</cp:coreProperties>
</file>